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Spark Teacher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Teachers prepare lessons &amp; invite children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Café “quotes” stay intact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